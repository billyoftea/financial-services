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ACME Corp.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Investment Analysis Report |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Company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Company Profile</a:t>
            </a:r>
          </a:p>
          <a:p>
            <a:pPr lvl="1"/>
            <a:r>
              <a:t>ACME Corp. founded in 2010, AI-driven fintech</a:t>
            </a:r>
          </a:p>
          <a:p>
            <a:pPr lvl="1"/>
            <a:r>
              <a:t>Headquartered in Shanghai, 2,000+ employees</a:t>
            </a:r>
          </a:p>
          <a:p>
            <a:pPr/>
            <a:r>
              <a:t>Key Financials</a:t>
            </a:r>
          </a:p>
          <a:p>
            <a:pPr lvl="1"/>
            <a:r>
              <a:t>2025 Revenue: RMB 5B (+40% YoY)</a:t>
            </a:r>
          </a:p>
          <a:p>
            <a:pPr lvl="1"/>
            <a:r>
              <a:t>Net margin: 22%</a:t>
            </a:r>
          </a:p>
          <a:p>
            <a:pPr lvl="1"/>
            <a:r>
              <a:t>Market cap: RMB 80B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Valuation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Valuation Methods</a:t>
            </a:r>
          </a:p>
          <a:p>
            <a:pPr lvl="1"/>
            <a:r>
              <a:t>DCF: RMB 120-150/share</a:t>
            </a:r>
          </a:p>
          <a:p>
            <a:pPr lvl="1"/>
            <a:r>
              <a:t>Comps: RMB 110-135/share</a:t>
            </a:r>
          </a:p>
          <a:p>
            <a:pPr lvl="1"/>
            <a:r>
              <a:t>P/E Multiple: RMB 130/share</a:t>
            </a:r>
          </a:p>
          <a:p>
            <a:pPr/>
            <a:r>
              <a:t>Recommendation</a:t>
            </a:r>
          </a:p>
          <a:p>
            <a:pPr lvl="1"/>
            <a:r>
              <a:t>Current price: RMB 95</a:t>
            </a:r>
          </a:p>
          <a:p>
            <a:pPr lvl="1"/>
            <a:r>
              <a:t>Target price: RMB 135 (42% upside)</a:t>
            </a:r>
          </a:p>
          <a:p>
            <a:pPr lvl="1"/>
            <a:r>
              <a:t>Rating: BUY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