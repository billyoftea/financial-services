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Q1 2026 半导体行业报告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CCDD"/>
                </a:solidFill>
              </a:defRPr>
            </a:pPr>
            <a:r>
              <a:t>AI驱动增长 | 数据中心收入创历史新高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AABB"/>
                </a:solidFill>
              </a:defRPr>
            </a:pPr>
            <a:r>
              <a:t>2026年5月 · 内部报告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核心半导体公司收入对比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FY2025/FY2026 收入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YoY增长率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NVIDIA (NVDA)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$215.9B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+65%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数据中心AI芯片需求爆发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AMD (AMD)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$34.6B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MI300系列开始贡献收入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Intel (INTC)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$52.9B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flat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数据中心和PC业务承压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$303.4B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关键洞察：NVIDIA FY2026收入达$215.9B，同比增长65%，创半导体公司历史记录。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数据来源：各公司FY2026年报。NVIDIA收入$215,900 million，AMD收入$34,600 million，Intel收入$52,900 million。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AI训练和推理需求持续推动半导体行业增长，NVIDIA FY2026收入$215.9B同比增长65%。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AMD凭借MI300系列进入AI加速器市场，FY2025收入$34.6B，预计FY2025将加速增长。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Intel面临转型挑战，FY2025收入$52.9B同比下降0%，IDM 2.0战略仍需时间验证。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4. 行业总市场规模约$303.4B（仅统计三大厂商），预计FY2025将突破$303.4B。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5. 建议：重点关注NVIDIA Blackwell架构量产进度及AMD MI350系列发布时间。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免责声明：本报告仅供参考，不构成投资建议。数据截至2026年5月。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