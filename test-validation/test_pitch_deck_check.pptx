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CyberArk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卖方M&amp;A推介材料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</a:defRPr>
            </a:pPr>
            <a:r>
              <a:t>机密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2026年5月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某某投资银行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公司概览 | 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CyberArk Software (CYBR) 是全球领先的身份安全解决方案提供商。</a:t>
            </a:r>
          </a:p>
          <a:p>
            <a:pPr algn="l">
              <a:defRPr sz="800" b="0">
                <a:solidFill>
                  <a:srgbClr val="000000"/>
                </a:solidFill>
              </a:defRPr>
            </a:pPr>
          </a:p>
          <a:p>
            <a:pPr algn="l">
              <a:defRPr sz="1300" b="1">
                <a:solidFill>
                  <a:srgbClr val="000000"/>
                </a:solidFill>
              </a:defRPr>
            </a:pPr>
            <a:r>
              <a:t>关键财务指标（2026年预测）:</a:t>
            </a: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2026年收入预计达到$1.5B，同比增长35%</a:t>
            </a: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EBITDA利润率约为28%</a:t>
            </a: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自由现金流转化率超过20%</a:t>
            </a:r>
          </a:p>
          <a:p>
            <a:pPr algn="l">
              <a:defRPr sz="8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公司持续在身份安全领域保持市场领先地位,</a:t>
            </a: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拥有超过8,000家客户，其中包括全球财富50强中的48家。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00200"/>
                <a:gridCol w="16002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FY2025A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FY2026E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$1,010M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$1,360M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$381M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来源：管理层指引，分析师预测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可比交易分析 | Comparable Transactions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目标公司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收购方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交易日期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EV/Revenue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EV/EBITDA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ForgeRock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Ping Identity (Thoma Bravo)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2023年1月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32.5x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SailPoint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Thoma Bravo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2022年4月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BeyondTrust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EQT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2023年6月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35.0x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Auth0 (Okta)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2021年3月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Ping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Thoma Bravo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2022年8月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28.0x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均值 EV/Revenue: 9.1x | 均值 EV/EBITDA: 31.8x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注：可比交易倍数基于历史交易，仅供参考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估值分析 | Valuation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基于多种估值方法的综合分析:</a:t>
            </a:r>
          </a:p>
          <a:p>
            <a:pPr algn="l">
              <a:defRPr sz="6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1. 可比公司法 (Comparable Companies): EV/EBITDA 25x-30x → 隐含企业价值 $9.5B - $11.4B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2. 可比交易法 (Comparable Transactions): EV/Revenue 8x-10x → 隐含企业价值 $10.8B - $13.6B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3. DCF分析: WACC 10.5%, 终端增长率3.0% → 隐含股权价值 $10.2B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4. 先例交易溢价分析: 相对52周高点溢价25%-35%</a:t>
            </a:r>
          </a:p>
          <a:p>
            <a:pPr algn="l">
              <a:defRPr sz="800" b="0">
                <a:solidFill>
                  <a:srgbClr val="000000"/>
                </a:solidFill>
              </a:defRPr>
            </a:pPr>
          </a:p>
          <a:p>
            <a:pPr algn="l">
              <a:defRPr sz="1400" b="1">
                <a:solidFill>
                  <a:srgbClr val="000000"/>
                </a:solidFill>
              </a:defRPr>
            </a:pPr>
            <a:r>
              <a:t>估值区间汇总: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34747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估值方法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高端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可比公司法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$11.4B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可比交易法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$13.6B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结论与建议 | Conclusion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投资建议</a:t>
            </a:r>
          </a:p>
          <a:p>
            <a:pPr algn="l">
              <a:defRPr sz="6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这家公司很牛！CyberArk在身份安全赛道拥有很强的竞争力。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公司的产品非常好，市场份额一直在涨，基本上没有竞争对手能打。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我们觉得买家会愿意出一个很高的价钱，因为协同效应很大！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建议估值区间：$10.8B - $13.6B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300" b="0">
                <a:solidFill>
                  <a:srgbClr val="000000"/>
                </a:solidFill>
              </a:defRPr>
            </a:pPr>
            <a:r>
              <a:t>我们对这笔交易很有信心，pretty much确定能卖个好价钱。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免责声明：本材料仅供信息参考，不构成投资建议。过往业绩不代表未来表现。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