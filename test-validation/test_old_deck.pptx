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Q3 2025 半导体行业报告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CCDD"/>
                </a:solidFill>
              </a:defRPr>
            </a:pPr>
            <a:r>
              <a:t>AI驱动增长 | 数据中心收入创历史新高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AABB"/>
                </a:solidFill>
              </a:defRPr>
            </a:pPr>
            <a:r>
              <a:t>2025年10月 · 内部报告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核心半导体公司收入对比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公司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FY2024 收入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YoY增长率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NVIDIA (NVDA)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$60.9B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+126%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数据中心AI芯片需求爆发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AMD (AMD)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$22.7B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MI300系列开始贡献收入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Intel (INTC)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$54.2B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数据中心和PC业务承压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$137.8B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555555"/>
                </a:solidFill>
              </a:defRPr>
            </a:pPr>
            <a:r>
              <a:t>关键洞察：NVIDIA FY2024收入达$60.9B，同比增长126%，创半导体公司历史记录。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数据来源：各公司FY2024年报。NVIDIA收入$60,922 million，AMD收入$22,680 million，Intel收入$54,228 million。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结论与展望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AI训练和推理需求持续推动半导体行业增长，NVIDIA FY2024收入$60.9B同比增长126%。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AMD凭借MI300系列进入AI加速器市场，FY2024收入$22.7B，预计FY2025将加速增长。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Intel面临转型挑战，FY2024收入$54.2B同比下降14%，IDM 2.0战略仍需时间验证。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4. 行业总市场规模约$137.8B（仅统计三大厂商），预计FY2025将突破$200B。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5. 建议：重点关注NVIDIA Blackwell架构量产进度及AMD MI350系列发布时间。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免责声明：本报告仅供参考，不构成投资建议。数据截至2025年10月。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