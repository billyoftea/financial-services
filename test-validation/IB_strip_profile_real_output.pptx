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37160"/>
            <a:ext cx="859536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011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Arial"/>
              </a:rPr>
              <a:t>NVIDIA Corporation (NVDA)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Semiconductors &amp; AI Computing  |  NASDAQ  |  Market Cap: $5.22T (#1 Global)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337560"/>
            <a:ext cx="8595360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758952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3366"/>
                </a:solidFill>
                <a:latin typeface="Arial"/>
              </a:rPr>
              <a:t>Company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51560"/>
            <a:ext cx="41148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HQ: Santa Clara, CA; Founded: 1993; ~36,000 employees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CEO: Jensen Huang (co-founder); CFO: Colette Kress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Market Cap: $5.22T — #1 globally by market capitalization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Enterprise Value: ~$5.10T; Ticker: NASDAQ: NVDA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Core Business: GPU &amp; AI chip design; CUDA software ecosystem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Key Products: H100/H200/B200 GPUs, DGX systems, NVIDIA AI Enterprise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Competitive Moat: CUDA ecosystem (20M+ developers), 80%+ AI training market share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Geographic Mix: US ~45%, China ~12%, Taiwan ~10%, Other ~33%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77240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758952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3366"/>
                </a:solidFill>
                <a:latin typeface="Arial"/>
              </a:rPr>
              <a:t>Business &amp;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051560"/>
            <a:ext cx="41148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Primary Driver: Data Center AI (89.8% of revenue, $193.7B in FY26)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Gaming: 7.4% ($16.0B) — GeForce RTX series, GeForce NOW cloud gaming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Professional Visualization: 1.5% ($3.2B) — Quadro/RTX workstation GPUs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Automotive: 1.3% ($2.8B) — DRIVE platform for autonomous vehicles (+72% YoY)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Blackwell Ultra (B200) architecture in full production, driving data center demand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Networking: InfiniBand &amp; Ethernet (14.4% of DC revenue); Mellanox acquisition integration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AI inference market growing rapidly; NVIDIA positioned across training + inference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Top customers: Hyperscalers (Microsoft, Google, Meta, Amazon) collectively &gt;40% of DC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29000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410712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3366"/>
                </a:solidFill>
                <a:latin typeface="Arial"/>
              </a:rPr>
              <a:t>Key Financials &amp; Valuation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84048" y="3703320"/>
          <a:ext cx="4114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60120"/>
                <a:gridCol w="960120"/>
                <a:gridCol w="960120"/>
              </a:tblGrid>
              <a:tr h="25769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FY24 (Jan'24)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FY25 (Jan'25)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FY26 (Jan'26)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576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$60.9B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$130.5B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$215.9B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6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Revenue Growth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+126% YoY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+114% YoY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+65% YoY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576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$25.6B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~$80.0B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~$140.0B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6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EBITDA Margin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~42%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~61%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~65%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576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Net Income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$29.8B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$72.9B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~$95.0B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6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$1.20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$2.95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$3.90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576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Free Cash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~$20.0B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~$60.0B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~$90.0B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6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P/E Ratio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37.98x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576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EV/EBITDA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~36x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70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EV/Revenue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~24x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0" y="3429000"/>
            <a:ext cx="54864" cy="20116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3410712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3366"/>
                </a:solidFill>
                <a:latin typeface="Arial"/>
              </a:rPr>
              <a:t>Ownership &amp; Recent Developments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70332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333333"/>
                </a:solidFill>
                <a:latin typeface="Arial"/>
              </a:rPr>
              <a:t>Top Shareholders: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886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Vanguard Group: 7.5%  |  BlackRock: 6.8%  |  FMR (Fidelity): 4.5%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State Street: 3.5%  |  Geode Capital: 2.5%  |  Jensen Huang (CEO): ~3.5%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Institutional Ownership: ~65% of total shares outstanding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52628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333333"/>
                </a:solidFill>
                <a:latin typeface="Arial"/>
              </a:rPr>
              <a:t>Recent Developments (90 Days):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70916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Q4 FY26 revenue $68.1B, record high (+73% YoY); FY26 total $215.9B (+65% YoY)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Q1 FY27 revenue guidance ~$78B (±2%), indicating continued strong momentum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US govt shifts H200/MI325X export policy to case-by-case review for China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Blackwell Ultra (B200) architecture in full mass production driving DC demand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Long-term revenue outlook exceeds $500B target; FY27 consensus ~$323.3B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00">
                <a:solidFill>
                  <a:srgbClr val="333333"/>
                </a:solidFill>
                <a:latin typeface="Arial"/>
              </a:rPr>
              <a:t>37 analysts maintain consensus 'Buy' rating; avg price target ~$272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6080760"/>
            <a:ext cx="4114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33333"/>
                </a:solidFill>
                <a:latin typeface="Arial"/>
              </a:rPr>
              <a:t>Consensus Estimates: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62362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55555"/>
                </a:solidFill>
                <a:latin typeface="Arial"/>
              </a:rPr>
              <a:t>FY27E Revenue: ~$323.3B (+50% YoY) | FY27E EPS: raised ~14% | NTM EV/Revenue: ~16x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796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99999"/>
                </a:solidFill>
                <a:latin typeface="Arial"/>
              </a:rPr>
              <a:t>Sources: NVIDIA IR, Yahoo Finance, Macrotrends, SEC EDGAR, Analyst Reports  |  Data as of May 2026  |  All amounts in USD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